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8E774E-F042-4343-B33B-E233976708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242F0AC-A6B1-4A3C-A397-7ACB8BE10E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4E31541-AB13-4823-B6AB-6BCD64C03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6F8E93-6A01-4417-AF9A-E56392D1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AACC09-60AC-4B8A-822F-D1D9F0068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885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4E1DB1-C43A-40EE-A278-F7189337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84ACF1-7BF7-4EE7-8C83-75820891E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C3C904-7140-4F54-AB11-D40A06FDB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E04CCB-A4E4-43F8-8D6F-F15D87C52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650CEB8-A9AF-46AC-8BC3-26956E8EB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60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8926E-9B01-440F-AD82-073DC737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46D7082-3776-4DA6-BDF8-F86A098AC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E1598A-3A4F-411C-BA99-033E8C664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349614-87D5-4215-B80C-3FAEBDF0E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50E97A-081C-4BD2-B954-70832549A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363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8FE021-05CE-41A3-9A5A-9B1ED40D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6ADF29-D024-4991-AA38-48487097E0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A437A3-FEA0-4F25-BC05-CB2D51CA7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AB38AFC-4B96-4BD0-BA5C-15551345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EB4DA3-6984-4CCC-8A29-7A960264D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73E0BF-E9A9-4675-BB13-DE419C09A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368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C9782E-E1D0-4644-BD75-8DCE8DD7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32C559-FA4F-4E08-B9A4-D025B13AA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2BF7F-581F-4019-B2DD-4CFD4DFF9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392A22C-F09D-47EA-8CB3-08AD7467B5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AC9101-2E40-40C2-A64B-F1503501F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FA8148-028C-4642-9EF0-E62CFFA2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4EE6A1-6796-4CA8-8C09-629C8C56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953AC1F-13E3-4F06-B4EF-E9466A54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4201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A97481-FECF-4E6B-B1F7-6D85F6939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0A48B13-96E4-4DCE-8BE6-EB5DADE6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0C11DA-A3C9-43A2-AB9A-5007933D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7D07F5E-3A6D-4AE5-87B1-D3C2FFEB0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2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1A3524E-7F78-4FB5-A27F-21D4D5D4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F7D901-C108-4B50-9E5B-7D3C60B27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436A05-D3BB-437F-AAA1-F09A66297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9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186656-CB34-4217-823B-1A1617E47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0AF32D-A9A3-4A54-8137-70CC51C80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F8209B-B0A4-4A75-AA44-4851AE6CE9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2DCEABE-012C-453A-BC94-E353748DB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9BC791-D07F-44F2-B469-FD3CF035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273A53-89C8-4B40-84F9-0FB40C9AF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4602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9CB99A-018F-4E02-A951-EB6CB1C49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8D8CE34-D31E-4904-8B5C-49D8723FBB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ACB106D-9EBF-43FA-AF1D-CC76A29838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EA72F4C-2599-4B82-B454-3225A928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BC8688-7C50-49DF-9C06-A7B031A58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D0AA3F-0D64-43A6-9D3D-8950843B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860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F4222E-44AC-4A4C-98D2-2CB11726E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103DC5-A3B1-416A-AA8B-CB23C788C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C31481-3B5F-47F5-A49D-4865C1B4F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142C980-B9AC-4268-9386-45E6E4F5D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22237B-636A-4C4C-BAAC-1FB7AAE4D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0546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DEFC0C4-B60B-4D51-A652-92115D7A64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2342478-02B9-41D2-B3C8-18F1E7A1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2E02D-E7C1-4C07-AD58-51A5408E1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8ADCDA-E361-4374-A805-642AFE030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F0C77C-F746-4977-9D4F-855B7ED6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62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45EC4A-FC77-457F-AE6E-9207BB40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E94D876-62DD-47B4-90B5-F7EAE5CCA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AA6CE2-88C7-4EAC-9E96-65481CF88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09786-0CDC-481E-ABF6-845786F19CE0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F4C5DC-B60A-4E17-B649-25EEA6927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BECF8B-BFD7-4455-848D-23044AEDF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3165B-AC2C-4B68-93D7-100699A951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517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54F35-DDAE-4BB9-A402-B861ED91CE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Распространение волны в приближении мелкой воды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6114F-C7DE-4CE3-9396-7447212521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Косов Богдан</a:t>
            </a:r>
          </a:p>
          <a:p>
            <a:r>
              <a:rPr lang="ru-RU" dirty="0" err="1"/>
              <a:t>Цагадаев</a:t>
            </a:r>
            <a:r>
              <a:rPr lang="ru-RU" dirty="0"/>
              <a:t> </a:t>
            </a:r>
            <a:r>
              <a:rPr lang="ru-RU" dirty="0" err="1"/>
              <a:t>Эрдэни</a:t>
            </a:r>
            <a:endParaRPr lang="ru-RU" dirty="0"/>
          </a:p>
          <a:p>
            <a:r>
              <a:rPr lang="ru-RU" dirty="0"/>
              <a:t>Чекмарев Игорь</a:t>
            </a:r>
          </a:p>
        </p:txBody>
      </p:sp>
    </p:spTree>
    <p:extLst>
      <p:ext uri="{BB962C8B-B14F-4D97-AF65-F5344CB8AC3E}">
        <p14:creationId xmlns:p14="http://schemas.microsoft.com/office/powerpoint/2010/main" val="2373675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96BA2E-9667-49BF-B3B1-002C1DEB6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 и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367B5B-E668-4B4A-92C6-51160CC9A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Цель:</a:t>
            </a:r>
          </a:p>
          <a:p>
            <a:pPr marL="457200" lvl="1" indent="0">
              <a:buNone/>
            </a:pPr>
            <a:r>
              <a:rPr lang="ru-RU" dirty="0"/>
              <a:t>Исследовать зависимость скорости распространения волны в канале, распространяющейся от быстро открывающейся крышки.</a:t>
            </a:r>
          </a:p>
          <a:p>
            <a:r>
              <a:rPr lang="ru-RU" dirty="0"/>
              <a:t>Задачи:</a:t>
            </a:r>
          </a:p>
          <a:p>
            <a:pPr marL="457200" lvl="1" indent="0">
              <a:buNone/>
            </a:pPr>
            <a:r>
              <a:rPr lang="ru-RU" dirty="0"/>
              <a:t>1. Проанализировать работу датчика открытия дверцы</a:t>
            </a:r>
          </a:p>
          <a:p>
            <a:pPr marL="457200" lvl="1" indent="0">
              <a:buNone/>
            </a:pPr>
            <a:r>
              <a:rPr lang="ru-RU" dirty="0"/>
              <a:t>2.  Провести калибровку показаний АЦП для 5 разных значений уровня воды (20 мм, 40 мм, 60 мм, 80 мм и 100 мм)</a:t>
            </a:r>
          </a:p>
          <a:p>
            <a:pPr marL="457200" lvl="1" indent="0">
              <a:buNone/>
            </a:pPr>
            <a:r>
              <a:rPr lang="ru-RU" dirty="0"/>
              <a:t>3. Определить частоту дискретизации АЦП</a:t>
            </a:r>
          </a:p>
          <a:p>
            <a:pPr marL="457200" lvl="1" indent="0">
              <a:buNone/>
            </a:pPr>
            <a:r>
              <a:rPr lang="ru-RU" dirty="0"/>
              <a:t>4. Провести измерения скорости волны для 5 разных уровней воды</a:t>
            </a:r>
          </a:p>
        </p:txBody>
      </p:sp>
    </p:spTree>
    <p:extLst>
      <p:ext uri="{BB962C8B-B14F-4D97-AF65-F5344CB8AC3E}">
        <p14:creationId xmlns:p14="http://schemas.microsoft.com/office/powerpoint/2010/main" val="3498832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CBC9A-705F-492C-AFF9-845B6D6B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Экспериментальная установка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6A624C6-A08B-461F-9D62-C7ED43F55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44C543-8FBC-4DAF-863B-53A20A3F3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00" y="1506029"/>
            <a:ext cx="5524500" cy="16764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414403-B8F0-42F0-B114-3DBCC1AB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353" y="1506029"/>
            <a:ext cx="3891564" cy="518875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6D3E8F4-1A3D-41A7-A584-D11CE8ECA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573" y="3182429"/>
            <a:ext cx="4506897" cy="33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07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A034F3-B2E5-4C28-852B-5721C1A5B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Измерения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F93AFE-1774-45DA-B4EE-FB43B303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1B7555-CE85-4282-8F1B-6376DC332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456" y="1535837"/>
            <a:ext cx="4123676" cy="412367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CACB5E2-C309-4217-81AE-53387FC50F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559" y="1690688"/>
            <a:ext cx="3968825" cy="3968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556AA1-3B26-4FD0-9FDB-DFD0060A1CDA}"/>
              </a:ext>
            </a:extLst>
          </p:cNvPr>
          <p:cNvSpPr txBox="1"/>
          <p:nvPr/>
        </p:nvSpPr>
        <p:spPr>
          <a:xfrm>
            <a:off x="2095130" y="5912529"/>
            <a:ext cx="1935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80 мм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EA9A97-2867-4FEE-81A9-4E161DF3615F}"/>
              </a:ext>
            </a:extLst>
          </p:cNvPr>
          <p:cNvSpPr txBox="1"/>
          <p:nvPr/>
        </p:nvSpPr>
        <p:spPr>
          <a:xfrm>
            <a:off x="7552423" y="5807631"/>
            <a:ext cx="2533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120 мм</a:t>
            </a:r>
          </a:p>
        </p:txBody>
      </p:sp>
    </p:spTree>
    <p:extLst>
      <p:ext uri="{BB962C8B-B14F-4D97-AF65-F5344CB8AC3E}">
        <p14:creationId xmlns:p14="http://schemas.microsoft.com/office/powerpoint/2010/main" val="913780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951BA-3856-4203-9B3F-C107745B0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61B009-1DAF-4E0B-9C31-E4B29C57B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Несмотря на полное следование инструкциям, достичь поставленной цели работы не получилось</a:t>
            </a:r>
          </a:p>
          <a:p>
            <a:pPr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В процессе анализа результатов лабораторной работы были выявлены следующие ошибки: неверное построение электрической схемы; неправильное распределение по </a:t>
            </a:r>
            <a:r>
              <a:rPr lang="ru-RU" sz="18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пинам</a:t>
            </a:r>
            <a:r>
              <a:rPr lang="ru-RU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в коде, неизвестная ошибка с АЦП (многократная выдача ошибки при запуске правильного кода).</a:t>
            </a:r>
          </a:p>
          <a:p>
            <a:pPr algn="l" rt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Первые две ошибки были исправлены в ходе выполнения работы, однако причина третьей так и не была установлена. В результате анализа полученных данных, были получены графики для глубины воды 80 мм и 120 мм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ru-RU" sz="18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Примечательно то, что они не соответствуют действительности.</a:t>
            </a:r>
            <a:endParaRPr lang="ru-RU" sz="18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34370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187</Words>
  <Application>Microsoft Office PowerPoint</Application>
  <PresentationFormat>Широкоэкранный</PresentationFormat>
  <Paragraphs>20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Распространение волны в приближении мелкой воды</vt:lpstr>
      <vt:lpstr>Цели и задачи</vt:lpstr>
      <vt:lpstr>Экспериментальная установка</vt:lpstr>
      <vt:lpstr>Измерения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Распространение волны в приближении мелкой воды</dc:title>
  <dc:creator>User</dc:creator>
  <cp:lastModifiedBy>User</cp:lastModifiedBy>
  <cp:revision>5</cp:revision>
  <dcterms:created xsi:type="dcterms:W3CDTF">2025-12-11T08:29:49Z</dcterms:created>
  <dcterms:modified xsi:type="dcterms:W3CDTF">2025-12-11T11:24:29Z</dcterms:modified>
</cp:coreProperties>
</file>